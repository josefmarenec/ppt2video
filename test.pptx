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My AI Video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sample content for testing.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system converts PowerPoint to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sample content for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with FastAPI, Docker, and FFmpeg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sample content for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